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bmp" ContentType="image/bmp"/>
  <Default Extension="webp" ContentType="image/webp"/>
  <Default Extension="mp4" ContentType="video/mp4"/>
  <Default Extension="m4v" ContentType="video/mp4"/>
  <Default Extension="mov" ContentType="video/quicktime"/>
  <Default Extension="avi" ContentType="video/avi"/>
  <Default Extension="wmv" ContentType="video/x-ms-wmv"/>
  <Default Extension="mp3" ContentType="audio/mpeg"/>
  <Default Extension="m4a" ContentType="audio/mp4"/>
  <Default Extension="wav" ContentType="audio/wav"/>
  <Default Extension="wma" ContentType="audio/x-ms-wma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notesMaster" Target="notesMasters/notesMaster1.xml"/>
<Relationship Id="rId7" Type="http://schemas.openxmlformats.org/officeDocument/2006/relationships/theme" Target="theme/theme1.xml"/>
<Relationship Id="rId8" Type="http://schemas.openxmlformats.org/officeDocument/2006/relationships/presProps" Target="presProps.xml"/>
<Relationship Id="rId9" Type="http://schemas.openxmlformats.org/officeDocument/2006/relationships/viewProps" Target="viewProps.xml"/>
<Relationship Id="rId10" Type="http://schemas.openxmlformats.org/officeDocument/2006/relationships/tableStyles" Target="tableStyle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/>
              <a:t>图 1  月度收入（万元）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</c:f>
              <c:strCache>
                <c:ptCount val="6"/>
                <c:pt idx="0">
                  <c:v>1 月</c:v>
                </c:pt>
                <c:pt idx="1">
                  <c:v>2 月</c:v>
                </c:pt>
                <c:pt idx="2">
                  <c:v>3 月</c:v>
                </c:pt>
                <c:pt idx="3">
                  <c:v>4 月</c:v>
                </c:pt>
                <c:pt idx="4">
                  <c:v>5 月</c:v>
                </c:pt>
                <c:pt idx="5">
                  <c:v>6 月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6"/>
                <c:pt idx="0">
                  <c:v>128</c:v>
                </c:pt>
                <c:pt idx="1">
                  <c:v>143.5</c:v>
                </c:pt>
                <c:pt idx="2">
                  <c:v>131.2</c:v>
                </c:pt>
                <c:pt idx="3">
                  <c:v>168.7</c:v>
                </c:pt>
                <c:pt idx="4">
                  <c:v>182.4</c:v>
                </c:pt>
                <c:pt idx="5">
                  <c:v>174.5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a14="http://schemas.microsoft.com/office/drawing/2010/main" xmlns:m="http://schemas.openxmlformats.org/officeDocument/2006/math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97280" y="2194560"/>
            <a:ext cx="9966960" cy="109728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4000" b="1">
                <a:solidFill>
                  <a:srgbClr val="1F3864"/>
                </a:solidFill>
              </a:rPr>
              <a:t>2026 年度经营复盘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1800">
                <a:solidFill>
                  <a:srgbClr val="44546A"/>
                </a:solidFill>
              </a:rPr>
              <a:t>渠道扩张见效 · 毛利结构待优化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1097280" y="5852160"/>
            <a:ext cx="5486400" cy="36576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1100">
                <a:solidFill>
                  <a:srgbClr val="808080"/>
                </a:solidFill>
              </a:rPr>
              <a:t>经营分析组 · 2026-07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a14="http://schemas.microsoft.com/office/drawing/2010/main" xmlns:m="http://schemas.openxmlformats.org/officeDocument/2006/math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2800" b="1"/>
              <a:t>关键动作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1005840" y="1737360"/>
            <a:ext cx="10058400" cy="329184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lang="en-US" dirty="0" sz="1800"/>
              <a:t>拓展华东渠道：新增 12 家经销商</a:t>
            </a:r>
          </a:p>
          <a:p>
            <a:pPr>
              <a:buChar char="•"/>
            </a:pPr>
            <a:r>
              <a:rPr lang="en-US" dirty="0" sz="1800"/>
              <a:t>上线会员体系：复购率 +6.2pt</a:t>
            </a:r>
          </a:p>
          <a:p>
            <a:pPr>
              <a:buChar char="•"/>
            </a:pPr>
            <a:r>
              <a:rPr lang="en-US" dirty="0" sz="1800"/>
              <a:t>优化供应链周转：库存天数 -9 天</a:t>
            </a:r>
          </a:p>
        </p:txBody>
      </p:sp>
      <p:sp>
        <p:nvSpPr>
          <p:cNvPr id="4" name="Note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1200">
                <a:solidFill>
                  <a:srgbClr val="808080"/>
                </a:solidFill>
              </a:rPr>
              <a:t>注：数据为 1—6 月累计口径。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a14="http://schemas.microsoft.com/office/drawing/2010/main" xmlns:m="http://schemas.openxmlformats.org/officeDocument/2006/math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2800" b="1"/>
              <a:t>月度收入与净利润</a:t>
            </a:r>
          </a:p>
        </p:txBody>
      </p:sp>
      <p:graphicFrame>
        <p:nvGraphicFramePr>
          <p:cNvPr id="3" name="DataTable"/>
          <p:cNvGraphicFramePr>
            <a:graphicFrameLocks noGrp="1"/>
          </p:cNvGraphicFramePr>
          <p:nvPr/>
        </p:nvGraphicFramePr>
        <p:xfrm>
          <a:off x="822960" y="1737360"/>
          <a:ext cx="10515600" cy="3108960"/>
        </p:xfrm>
        <a:graphic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月份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收入（万元）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环比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净利润（万元）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23.6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143.5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28.8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20.5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168.7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40.2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45.5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174.5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41.8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a14="http://schemas.microsoft.com/office/drawing/2010/main" xmlns:m="http://schemas.openxmlformats.org/officeDocument/2006/math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2800" b="1"/>
              <a:t>上半年合计</a:t>
            </a:r>
          </a:p>
        </p:txBody>
      </p:sp>
      <p:sp>
        <p:nvSpPr>
          <p:cNvPr id="3" name="KPI 收入"/>
          <p:cNvSpPr txBox="1"/>
          <p:nvPr/>
        </p:nvSpPr>
        <p:spPr>
          <a:xfrm>
            <a:off x="914400" y="1737360"/>
            <a:ext cx="493776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3200" b="1">
                <a:solidFill>
                  <a:srgbClr val="1F3864"/>
                </a:solidFill>
              </a:rPr>
              <a:t>928.3 万元</a:t>
            </a:r>
          </a:p>
        </p:txBody>
      </p:sp>
      <p:sp>
        <p:nvSpPr>
          <p:cNvPr id="4" name="KPI 收入说明"/>
          <p:cNvSpPr txBox="1"/>
          <p:nvPr/>
        </p:nvSpPr>
        <p:spPr>
          <a:xfrm>
            <a:off x="914400" y="2651760"/>
            <a:ext cx="4937760" cy="54864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1400">
                <a:solidFill>
                  <a:srgbClr val="44546A"/>
                </a:solidFill>
              </a:rPr>
              <a:t>上半年收入 · 同比 +12.4%</a:t>
            </a:r>
          </a:p>
        </p:txBody>
      </p:sp>
      <p:sp>
        <p:nvSpPr>
          <p:cNvPr id="5" name="KPI 净利率"/>
          <p:cNvSpPr txBox="1"/>
          <p:nvPr/>
        </p:nvSpPr>
        <p:spPr>
          <a:xfrm>
            <a:off x="6309360" y="1737360"/>
            <a:ext cx="493776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3200" b="1">
                <a:solidFill>
                  <a:srgbClr val="1F3864"/>
                </a:solidFill>
              </a:rPr>
              <a:t>21.6%</a:t>
            </a:r>
          </a:p>
        </p:txBody>
      </p:sp>
      <p:sp>
        <p:nvSpPr>
          <p:cNvPr id="6" name="KPI 净利率说明"/>
          <p:cNvSpPr txBox="1"/>
          <p:nvPr/>
        </p:nvSpPr>
        <p:spPr>
          <a:xfrm>
            <a:off x="6309360" y="2651760"/>
            <a:ext cx="4937760" cy="54864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 sz="1400">
                <a:solidFill>
                  <a:srgbClr val="44546A"/>
                </a:solidFill>
              </a:rPr>
              <a:t>净利率 · 同比 +1.8pt</a:t>
            </a:r>
          </a:p>
        </p:txBody>
      </p:sp>
      <p:graphicFrame>
        <p:nvGraphicFramePr>
          <p:cNvPr id="7" name="RevenueChart"/>
          <p:cNvGraphicFramePr/>
          <p:nvPr/>
        </p:nvGraphicFramePr>
        <p:xfrm>
          <a:off x="914400" y="3383280"/>
          <a:ext cx="10332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</p:sld>
</file>

<file path=ppt/theme/theme1.xml><?xml version="1.0" encoding="utf-8"?>
<a:theme xmlns:a="http://schemas.openxmlformats.org/drawingml/2006/main" name="json2pptx Theme">
  <a:themeElements>
    <a:clrScheme name="json2ppt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json2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json2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json2pptx</Application>
  <Slides>4</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2026 年度经营复盘</dc:title>
  <dc:creator>json2pptx</dc:creator>
  <cp:lastModifiedBy>json2pptx</cp:lastModifiedBy>
  <dcterms:created xsi:type="dcterms:W3CDTF">2026-01-01T06:48:50Z</dcterms:created>
  <dcterms:modified xsi:type="dcterms:W3CDTF">2026-01-01T06:48:50Z</dcterms:modified>
  <cp:revision>1</cp:revision>
</cp:coreProperties>
</file>