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深色科技</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FFFFFF"/>
      </a:dk1>
      <a:lt1>
        <a:srgbClr val="1E1E1E"/>
      </a:lt1>
      <a:dk2>
        <a:srgbClr val="CCCCCC"/>
      </a:dk2>
      <a:lt2>
        <a:srgbClr val="2D2D2D"/>
      </a:lt2>
      <a:accent1>
        <a:srgbClr val="E53935"/>
      </a:accent1>
      <a:accent2>
        <a:srgbClr val="FFB300"/>
      </a:accent2>
      <a:accent3>
        <a:srgbClr val="00BCD4"/>
      </a:accent3>
      <a:accent4>
        <a:srgbClr val="8E24AA"/>
      </a:accent4>
      <a:accent5>
        <a:srgbClr val="43A047"/>
      </a:accent5>
      <a:accent6>
        <a:srgbClr val="FF7043"/>
      </a:accent6>
      <a:hlink>
        <a:srgbClr val="42A5F5"/>
      </a:hlink>
      <a:folHlink>
        <a:srgbClr val="AB47BC"/>
      </a:folHlink>
    </a:clrScheme>
    <a:fontScheme name="json2pptx">
      <a:majorFont>
        <a:latin typeface="Helvetica Neue"/>
        <a:ea typeface=""/>
        <a:cs typeface=""/>
      </a:majorFont>
      <a:minorFont>
        <a:latin typeface="Noto Sans SC"/>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深色科技 - AI PPT Template</dc:title>
  <dc:creator>AI PPT</dc:creator>
  <cp:lastModifiedBy>AI PPT</cp:lastModifiedBy>
  <dcterms:created xsi:type="dcterms:W3CDTF">2026-01-01T00:56:20Z</dcterms:created>
  <dcterms:modified xsi:type="dcterms:W3CDTF">2026-01-01T00:56:20Z</dcterms:modified>
  <cp:revision>1</cp:revision>
</cp:coreProperties>
</file>